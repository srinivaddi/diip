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38BDF8"/>
                </a:solidFill>
                <a:latin typeface="Arial"/>
              </a:defRPr>
            </a:pPr>
            <a:r>
              <a:t>DIIP FOR WEALTH ADVISORS</a:t>
            </a:r>
          </a:p>
          <a:p>
            <a:pPr algn="l">
              <a:defRPr sz="2800">
                <a:solidFill>
                  <a:srgbClr val="10B981"/>
                </a:solidFill>
                <a:latin typeface="Arial"/>
              </a:defRPr>
            </a:pPr>
            <a:r>
              <a:t>Driving Client Engagement &amp; Smarter Asset Allocation</a:t>
            </a:r>
          </a:p>
          <a:p>
            <a:br/>
            <a:pPr algn="l">
              <a:defRPr sz="1600">
                <a:solidFill>
                  <a:srgbClr val="E2E8F0"/>
                </a:solidFill>
                <a:latin typeface="Arial"/>
              </a:defRPr>
            </a:pPr>
            <a:r>
              <a:t>Integrating Institutional Research and Crowding Safeguards into Advisory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Key Challenges in Wealth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Managing Client Anxiety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Clients frequently panic during short-term market rotations. Advisors spend valuable hours explaining complex macro shifts without interactive visual summaries.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Translating Professional Outlooks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Explaining dense multi-page strategy reports from major investment banks (Morgan Stanley, Goldman Sachs) to a retail client is difficult and time-consuming.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Protecting Clients from Crowded Trades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Advisors need a rigorous, data-driven framework to justify avoiding highly popular, over-leveraged stock peaks (retail FOMO risks).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The DIIP Advisor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Consolidated Research Hub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Instantly accesses real-time thematic commentary and strategic releases across 6 institutions in a single dashboard, saving hours of manual parsing.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Dynamic Multi-Desk Filters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Allows advisors to filter alerts and research dynamically by target desk views: Macro Strategy, Equity Selection, or Portfolio Baskets.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Thematic Conviction Maps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Provides clear institutional consensus status and safety scores to validate recommendations during client portfolio reviews.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Interactive Client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One-Click 'Layman Mode' Toggle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Enables the advisor to show the screen directly to clients, dynamically translating technical metrics into plain-English guide terms (e.g. 'Options Call Skew' -&gt; 'Speculative Bets').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Dynamic Forecast Horizons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Allows toggle guides for 30-Day, 6-Month, and 1-Year targets. Helps clients visualize short-term noise vs. structural long-term retirement value.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Actionable Threat Alerts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Presents visual threat-level bars and flashing indicators. Explains to clients exactly how real-time news (like China export caps) affects their specific allocations.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Risk Management &amp; Safe Allocations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Crowding Reality Safeguard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Queries live options skew and positioning data to identify over-popular trades. Warns advisors and clients with clear 'Avoid/Red Flag' indications before entering high-risk allocations.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Consolidated Batch Price Ingestion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Calculates live momentum dynamically using Yahoo Finance batch queries, backed by resilient Stale-While-Revalidate (SWR) recovery channels.</a:t>
            </a:r>
            <a:br/>
          </a:p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•  Thematic Buy/Sell/Hold Guide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Maintains an active list of 18 tickers (spanning Equities, ETFs, and Mutual Funds) divided into clear green, yellow, and red action columns.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